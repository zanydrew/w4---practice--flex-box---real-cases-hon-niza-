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>
        <p:scale>
          <a:sx n="75" d="100"/>
          <a:sy n="75" d="100"/>
        </p:scale>
        <p:origin x="-533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1372882" y="221069"/>
            <a:ext cx="29508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Height: 100vh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Container name: .root-div</a:t>
            </a:r>
          </a:p>
          <a:p>
            <a:pPr marL="285750" indent="-285750">
              <a:buFontTx/>
              <a:buChar char="-"/>
            </a:pPr>
            <a:r>
              <a:rPr lang="en-US" dirty="0"/>
              <a:t>Flex Direction : column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CFAFF2-C572-8925-3475-8A77D4445DD1}"/>
              </a:ext>
            </a:extLst>
          </p:cNvPr>
          <p:cNvSpPr txBox="1"/>
          <p:nvPr/>
        </p:nvSpPr>
        <p:spPr>
          <a:xfrm>
            <a:off x="4718038" y="29774"/>
            <a:ext cx="6101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Children</a:t>
            </a:r>
          </a:p>
          <a:p>
            <a:pPr marL="285750" indent="-285750">
              <a:buFontTx/>
              <a:buChar char="-"/>
            </a:pPr>
            <a:r>
              <a:rPr lang="en-US" dirty="0"/>
              <a:t>.nav</a:t>
            </a:r>
          </a:p>
          <a:p>
            <a:pPr marL="285750" indent="-285750">
              <a:buFontTx/>
              <a:buChar char="-"/>
            </a:pPr>
            <a:r>
              <a:rPr lang="en-US" dirty="0"/>
              <a:t>.header</a:t>
            </a:r>
          </a:p>
          <a:p>
            <a:pPr marL="285750" indent="-285750">
              <a:buFontTx/>
              <a:buChar char="-"/>
            </a:pPr>
            <a:r>
              <a:rPr lang="en-US" dirty="0"/>
              <a:t>.content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ED8DB5-36AB-7876-7E22-205D29DDBA22}"/>
              </a:ext>
            </a:extLst>
          </p:cNvPr>
          <p:cNvSpPr txBox="1"/>
          <p:nvPr/>
        </p:nvSpPr>
        <p:spPr>
          <a:xfrm>
            <a:off x="555585" y="625033"/>
            <a:ext cx="2484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 nav Container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Container name: .nav</a:t>
            </a:r>
          </a:p>
          <a:p>
            <a:pPr marL="285750" indent="-285750">
              <a:buFontTx/>
              <a:buChar char="-"/>
            </a:pPr>
            <a:r>
              <a:rPr lang="en-US" dirty="0"/>
              <a:t>flex: 0</a:t>
            </a:r>
          </a:p>
          <a:p>
            <a:pPr marL="285750" indent="-285750">
              <a:buFontTx/>
              <a:buChar char="-"/>
            </a:pPr>
            <a:r>
              <a:rPr lang="en-US" dirty="0"/>
              <a:t>Flex direction: row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BB9E4-0108-9692-6B13-6CB6A6759100}"/>
              </a:ext>
            </a:extLst>
          </p:cNvPr>
          <p:cNvSpPr txBox="1"/>
          <p:nvPr/>
        </p:nvSpPr>
        <p:spPr>
          <a:xfrm>
            <a:off x="1524000" y="210236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Children</a:t>
            </a:r>
          </a:p>
          <a:p>
            <a:pPr marL="285750" indent="-285750">
              <a:buFontTx/>
              <a:buChar char="-"/>
            </a:pPr>
            <a:r>
              <a:rPr lang="en-US" dirty="0"/>
              <a:t>.logo</a:t>
            </a:r>
          </a:p>
          <a:p>
            <a:pPr marL="285750" indent="-285750">
              <a:buFontTx/>
              <a:buChar char="-"/>
            </a:pPr>
            <a:r>
              <a:rPr lang="en-US" dirty="0"/>
              <a:t>.menu</a:t>
            </a:r>
          </a:p>
          <a:p>
            <a:pPr marL="285750" indent="-285750">
              <a:buFontTx/>
              <a:buChar char="-"/>
            </a:pPr>
            <a:r>
              <a:rPr lang="en-US" dirty="0"/>
              <a:t>.profile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6B601-BE72-581F-3F55-153408BD1715}"/>
              </a:ext>
            </a:extLst>
          </p:cNvPr>
          <p:cNvSpPr txBox="1"/>
          <p:nvPr/>
        </p:nvSpPr>
        <p:spPr>
          <a:xfrm>
            <a:off x="629920" y="3579689"/>
            <a:ext cx="5572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Header section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Container Name: .header</a:t>
            </a:r>
          </a:p>
          <a:p>
            <a:pPr marL="285750" indent="-285750">
              <a:buFontTx/>
              <a:buChar char="-"/>
            </a:pPr>
            <a:r>
              <a:rPr lang="en-US" dirty="0"/>
              <a:t>flex: 0</a:t>
            </a:r>
          </a:p>
          <a:p>
            <a:pPr marL="285750" indent="-285750">
              <a:buFontTx/>
              <a:buChar char="-"/>
            </a:pPr>
            <a:r>
              <a:rPr lang="en-US" dirty="0"/>
              <a:t>Flex direction: row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94F7EA-105D-C093-786B-78834F595E39}"/>
              </a:ext>
            </a:extLst>
          </p:cNvPr>
          <p:cNvSpPr txBox="1"/>
          <p:nvPr/>
        </p:nvSpPr>
        <p:spPr>
          <a:xfrm>
            <a:off x="1524000" y="513423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Children</a:t>
            </a:r>
          </a:p>
          <a:p>
            <a:pPr marL="285750" indent="-285750">
              <a:buFontTx/>
              <a:buChar char="-"/>
            </a:pPr>
            <a:r>
              <a:rPr lang="en-US" dirty="0"/>
              <a:t>.title</a:t>
            </a:r>
          </a:p>
          <a:p>
            <a:pPr marL="285750" indent="-285750">
              <a:buFontTx/>
              <a:buChar char="-"/>
            </a:pPr>
            <a:r>
              <a:rPr lang="en-US" dirty="0"/>
              <a:t>.filter</a:t>
            </a:r>
          </a:p>
          <a:p>
            <a:pPr marL="285750" indent="-285750">
              <a:buFontTx/>
              <a:buChar char="-"/>
            </a:pPr>
            <a:r>
              <a:rPr lang="en-US" dirty="0"/>
              <a:t>.buttons</a:t>
            </a:r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962C6D-6ACC-C9A0-C0ED-7970B6AA4E54}"/>
              </a:ext>
            </a:extLst>
          </p:cNvPr>
          <p:cNvSpPr txBox="1"/>
          <p:nvPr/>
        </p:nvSpPr>
        <p:spPr>
          <a:xfrm>
            <a:off x="437985" y="402203"/>
            <a:ext cx="3426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Main content area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Container name: .content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flex: 1</a:t>
            </a:r>
          </a:p>
          <a:p>
            <a:pPr marL="285750" indent="-285750">
              <a:buFontTx/>
              <a:buChar char="-"/>
            </a:pPr>
            <a:r>
              <a:rPr lang="en-US" dirty="0"/>
              <a:t>Flex direction: row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8139BA-3A16-3652-7509-059BFD3F1897}"/>
              </a:ext>
            </a:extLst>
          </p:cNvPr>
          <p:cNvSpPr txBox="1"/>
          <p:nvPr/>
        </p:nvSpPr>
        <p:spPr>
          <a:xfrm>
            <a:off x="1498600" y="174679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Children</a:t>
            </a:r>
          </a:p>
          <a:p>
            <a:pPr marL="285750" indent="-285750">
              <a:buFontTx/>
              <a:buChar char="-"/>
            </a:pPr>
            <a:r>
              <a:rPr lang="en-US" dirty="0"/>
              <a:t>.sidebar</a:t>
            </a:r>
          </a:p>
          <a:p>
            <a:pPr marL="285750" indent="-285750">
              <a:buFontTx/>
              <a:buChar char="-"/>
            </a:pPr>
            <a:r>
              <a:rPr lang="en-US" dirty="0"/>
              <a:t>.main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50775-C4FA-585F-2664-8288615B2E0E}"/>
              </a:ext>
            </a:extLst>
          </p:cNvPr>
          <p:cNvSpPr txBox="1"/>
          <p:nvPr/>
        </p:nvSpPr>
        <p:spPr>
          <a:xfrm>
            <a:off x="502920" y="298754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Inside .main :</a:t>
            </a:r>
          </a:p>
          <a:p>
            <a:pPr marL="285750" indent="-285750">
              <a:buFontTx/>
              <a:buChar char="-"/>
            </a:pPr>
            <a:r>
              <a:rPr lang="en-US" dirty="0"/>
              <a:t>display: flex</a:t>
            </a:r>
          </a:p>
          <a:p>
            <a:pPr marL="285750" indent="-285750">
              <a:buFontTx/>
              <a:buChar char="-"/>
            </a:pPr>
            <a:r>
              <a:rPr lang="en-US" dirty="0"/>
              <a:t>Flex: 1</a:t>
            </a:r>
          </a:p>
          <a:p>
            <a:pPr marL="285750" indent="-285750">
              <a:buFontTx/>
              <a:buChar char="-"/>
            </a:pPr>
            <a:r>
              <a:rPr lang="en-US" dirty="0"/>
              <a:t>flex-wrap: wrap </a:t>
            </a:r>
          </a:p>
          <a:p>
            <a:pPr marL="285750" indent="-285750">
              <a:buFontTx/>
              <a:buChar char="-"/>
            </a:pPr>
            <a:r>
              <a:rPr lang="en-US" dirty="0"/>
              <a:t>justify-content: space-around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836910-960C-C073-FD5C-1FEAD9624439}"/>
              </a:ext>
            </a:extLst>
          </p:cNvPr>
          <p:cNvSpPr txBox="1"/>
          <p:nvPr/>
        </p:nvSpPr>
        <p:spPr>
          <a:xfrm>
            <a:off x="1498600" y="4782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Children:</a:t>
            </a:r>
          </a:p>
          <a:p>
            <a:pPr marL="285750" indent="-285750">
              <a:buFontTx/>
              <a:buChar char="-"/>
            </a:pPr>
            <a:r>
              <a:rPr lang="en-US" dirty="0"/>
              <a:t>.card (represents one class box or post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041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134</Words>
  <Application>Microsoft Office PowerPoint</Application>
  <PresentationFormat>Widescreen</PresentationFormat>
  <Paragraphs>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Zany Drew</cp:lastModifiedBy>
  <cp:revision>2</cp:revision>
  <dcterms:created xsi:type="dcterms:W3CDTF">2024-08-04T11:27:57Z</dcterms:created>
  <dcterms:modified xsi:type="dcterms:W3CDTF">2025-11-05T10:59:07Z</dcterms:modified>
</cp:coreProperties>
</file>